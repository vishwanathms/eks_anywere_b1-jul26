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509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Kubernetes vs On-Prem Kubernetes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952526"/>
            <a:ext cx="10868745" cy="2898973"/>
          </a:xfrm>
          <a:prstGeom prst="roundRect">
            <a:avLst>
              <a:gd name="adj" fmla="val 239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2437805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919909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402013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884116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366220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1952526"/>
            <a:ext cx="10337" cy="289897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33119" y="2064445"/>
            <a:ext cx="57038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4317" y="2064445"/>
            <a:ext cx="57038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On-Prem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3119" y="2546548"/>
            <a:ext cx="57038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Managed Control Plane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4317" y="2546548"/>
            <a:ext cx="57038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 Managed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3119" y="3028652"/>
            <a:ext cx="57038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Infrastructure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4317" y="3028652"/>
            <a:ext cx="57038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Hardware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3119" y="3510756"/>
            <a:ext cx="57038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 Available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4317" y="3510756"/>
            <a:ext cx="57038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Often Private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3119" y="3992860"/>
            <a:ext cx="57038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Scaling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4317" y="3992860"/>
            <a:ext cx="57038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Dependent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3119" y="4474964"/>
            <a:ext cx="57038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Pay-as-you-go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4317" y="4474964"/>
            <a:ext cx="57038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Investment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1475" y="5037534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should we choose each?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1273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Hybrid Wins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76016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Organizations rarely choose only cloud.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272830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3779341"/>
            <a:ext cx="10868745" cy="116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Azure VMware Bare Metal Edge IoT Factories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one Kubernetes platform.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enables this.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2042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EKS Anywhere Architecture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5050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 Components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895005"/>
            <a:ext cx="5232666" cy="22565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3549" y="4723614"/>
            <a:ext cx="1214419" cy="14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Management Cluster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13549" y="4201263"/>
            <a:ext cx="1187131" cy="14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Bootstrap Cluster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13549" y="3684189"/>
            <a:ext cx="1187131" cy="14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eksctl-anywhere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13549" y="3161838"/>
            <a:ext cx="1187131" cy="14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Machine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303904" y="245050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03904" y="2895005"/>
            <a:ext cx="2533686" cy="601762"/>
          </a:xfrm>
          <a:prstGeom prst="roundRect">
            <a:avLst>
              <a:gd name="adj" fmla="val 1154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75548" y="3066653"/>
            <a:ext cx="21903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VMware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002884" y="2895005"/>
            <a:ext cx="2533686" cy="601762"/>
          </a:xfrm>
          <a:prstGeom prst="roundRect">
            <a:avLst>
              <a:gd name="adj" fmla="val 1154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74528" y="3066653"/>
            <a:ext cx="21903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Bare Metal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03904" y="3662065"/>
            <a:ext cx="5232666" cy="601762"/>
          </a:xfrm>
          <a:prstGeom prst="roundRect">
            <a:avLst>
              <a:gd name="adj" fmla="val 1154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5548" y="3833713"/>
            <a:ext cx="488937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Nutanix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595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EKS Anywhere Deployment Flow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653381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642903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Delete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642903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Management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642903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Provision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642903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Bootstrap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642903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78733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Cluster remains.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146373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Cluster Components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2076450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 Plane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233360" y="2500213"/>
            <a:ext cx="2946723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Server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Scheduler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 Manager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etcd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233360" y="3897511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Worker Nodes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233360" y="4321274"/>
            <a:ext cx="2946723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kubelet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kube-proxy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 Runtime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89847" y="2076450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589847" y="2520950"/>
            <a:ext cx="2946723" cy="627162"/>
          </a:xfrm>
          <a:prstGeom prst="roundRect">
            <a:avLst>
              <a:gd name="adj" fmla="val 11076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4191" y="2705298"/>
            <a:ext cx="257803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Pods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589847" y="3313410"/>
            <a:ext cx="2946723" cy="627162"/>
          </a:xfrm>
          <a:prstGeom prst="roundRect">
            <a:avLst>
              <a:gd name="adj" fmla="val 11076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4191" y="3497759"/>
            <a:ext cx="257803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589847" y="4105870"/>
            <a:ext cx="2946723" cy="627162"/>
          </a:xfrm>
          <a:prstGeom prst="roundRect">
            <a:avLst>
              <a:gd name="adj" fmla="val 11076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4191" y="4290219"/>
            <a:ext cx="257803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Ingress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589847" y="4898330"/>
            <a:ext cx="2946723" cy="627162"/>
          </a:xfrm>
          <a:prstGeom prst="roundRect">
            <a:avLst>
              <a:gd name="adj" fmla="val 11076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4191" y="5082679"/>
            <a:ext cx="257803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Volumes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5038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Kubernetes Object Hierarchy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228" y="1254423"/>
            <a:ext cx="10325239" cy="47253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96497" y="1859048"/>
            <a:ext cx="2284038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Runtime Units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496497" y="2225772"/>
            <a:ext cx="2517517" cy="4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Nodes and Containers running pods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07877" y="3300883"/>
            <a:ext cx="2284038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Workload Layer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177423" y="3667607"/>
            <a:ext cx="2314492" cy="668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Namespaces, Deployments, ReplicaSets, Pods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96497" y="4214204"/>
            <a:ext cx="2284038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Cluster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496497" y="4580928"/>
            <a:ext cx="2517517" cy="445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Top-level Kubernetes control plane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1475" y="6147693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hierarchy before labs.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9179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Cluster API (CAPI) Overview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374602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Cluster API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88111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open-source Kubernetes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393777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3900289"/>
            <a:ext cx="10868745" cy="116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Kubernetes clusters using Kubernetes.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becomes Kubernetes objects.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becomes declarative.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128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Cluster API Components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878707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715384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Virtual Machines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715384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Infrastructure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715384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Controller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715384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Cluster Controller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86822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Management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595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Cluster API Workflow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653381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642903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Join Nodes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642903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Install K8s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642903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Create VMs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642903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Cluster API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490058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Cluster YAML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78733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becomes code.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122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Summary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5403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Today We Learned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660551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922488"/>
            <a:ext cx="3512653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043238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Enterprise Kubernetes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39422" y="2660551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9422" y="2922488"/>
            <a:ext cx="3512752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4339422" y="3043238"/>
            <a:ext cx="35127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Enterprise Challenges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17468" y="2660551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17468" y="2922488"/>
            <a:ext cx="3512653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8017468" y="3043238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EKS Anywhere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1475" y="359102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1475" y="3852962"/>
            <a:ext cx="3512653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3973711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Platform Engineering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39422" y="359102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39422" y="3852962"/>
            <a:ext cx="3512752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4339422" y="3973711"/>
            <a:ext cx="35127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Hybrid Kubernetes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17468" y="359102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17468" y="3852962"/>
            <a:ext cx="3512653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8017468" y="3973711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vs On-Prem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1475" y="452149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1475" y="4783435"/>
            <a:ext cx="3512653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4" name="Text 22"/>
          <p:cNvSpPr/>
          <p:nvPr/>
        </p:nvSpPr>
        <p:spPr>
          <a:xfrm>
            <a:off x="661475" y="4904184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EKS Anywhere Architecture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39422" y="452149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08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39422" y="4783435"/>
            <a:ext cx="3512752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7" name="Text 25"/>
          <p:cNvSpPr/>
          <p:nvPr/>
        </p:nvSpPr>
        <p:spPr>
          <a:xfrm>
            <a:off x="4339422" y="4904184"/>
            <a:ext cx="35127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Cluster Components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17468" y="452149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09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17468" y="4783435"/>
            <a:ext cx="3512653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0" name="Text 28"/>
          <p:cNvSpPr/>
          <p:nvPr/>
        </p:nvSpPr>
        <p:spPr>
          <a:xfrm>
            <a:off x="8017468" y="4904184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Cluster API Basics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2026-07-22T06:45:57Z</dcterms:created>
  <dcterms:modified xsi:type="dcterms:W3CDTF">2026-07-22T06:45:57Z</dcterms:modified>
</cp:coreProperties>
</file>